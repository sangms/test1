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113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380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6663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417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587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183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776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965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614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464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637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8FA7C-A299-4228-A42C-9EA37E79605B}" type="datetimeFigureOut">
              <a:rPr lang="en-SG" smtClean="0"/>
              <a:t>25/11/2024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06715-5EC3-4CF5-A1B9-B67A658D61E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730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IPL TEAM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CSK  MI   SRH   GT   RR   KKR  RCB  DC  LSG  PSSK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7739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IPL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TEAM</dc:title>
  <dc:creator>user</dc:creator>
  <cp:lastModifiedBy>user</cp:lastModifiedBy>
  <cp:revision>1</cp:revision>
  <dcterms:created xsi:type="dcterms:W3CDTF">2024-11-25T12:10:19Z</dcterms:created>
  <dcterms:modified xsi:type="dcterms:W3CDTF">2024-11-25T12:10:23Z</dcterms:modified>
</cp:coreProperties>
</file>